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96" d="100"/>
          <a:sy n="96" d="100"/>
        </p:scale>
        <p:origin x="140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6F52BB8-7D5B-442A-9935-BE84251405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BD13762-2022-4342-94B1-028F29F89E3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3731359-ED57-4C3F-87F5-9E3FAD6A8A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8956E19-9B75-4DF5-A7B6-BEB20AFA86E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48EA2E6B-5E53-46DF-9588-AA3562D80F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75F31D0-6D10-4DC7-A2CC-C5841B672FE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F318893A-9BBE-4CE3-A7C8-ACA828D0385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AD23D2E-AC6D-4EC9-B84D-437067BAA4D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EE7C845-F3AB-41E8-AB43-711A9F9E4ED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775414-63F1-4B59-A1D7-4C478FEB61A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CE40EBF-C777-4E84-9B75-16F527AB6F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381000" y="508000"/>
            <a:ext cx="825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0">
                <a:solidFill>
                  <a:srgbClr val="000000"/>
                </a:solidFill>
                <a:latin typeface="Gabriola"/>
              </a:rPr>
              <a:t>Gabriola regular SAMPLE 123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381000" y="1143000"/>
            <a:ext cx="825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 dirty="0">
                <a:solidFill>
                  <a:srgbClr val="000000"/>
                </a:solidFill>
                <a:latin typeface="Gabriola"/>
              </a:rPr>
              <a:t>Gabriola bold SAMPLE 456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36"/>
  <p:tag name="AS_OS" val="Microsoft Windows NT 10.0.26300.0"/>
  <p:tag name="AS_RELEASE_DATE" val="2026.10.14"/>
  <p:tag name="AS_TITLE" val="Aspose.Slides for .NET6"/>
  <p:tag name="AS_VERSION" val="26.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Gabriola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Andrey Potapov</cp:lastModifiedBy>
  <cp:revision>2</cp:revision>
  <cp:lastPrinted>2026-10-08T10:27:55Z</cp:lastPrinted>
  <dcterms:created xsi:type="dcterms:W3CDTF">2026-10-08T04:27:55Z</dcterms:created>
  <dcterms:modified xsi:type="dcterms:W3CDTF">2026-10-08T05:25:15Z</dcterms:modified>
</cp:coreProperties>
</file>